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1_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49006"/>
            <a:ext cx="11457432" cy="1559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2_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8513"/>
            <a:ext cx="11457432" cy="4840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3_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72345"/>
            <a:ext cx="11457432" cy="913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4_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4785" y="365760"/>
            <a:ext cx="4919381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5_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006" y="365760"/>
            <a:ext cx="8614940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2026-07-30T17:53:36Z</dcterms:created>
  <dcterms:modified xsi:type="dcterms:W3CDTF">2026-07-30T17:53:36Z</dcterms:modified>
</cp:coreProperties>
</file>